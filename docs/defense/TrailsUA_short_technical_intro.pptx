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b65ca536f4c30" /><Relationship Type="http://schemas.openxmlformats.org/officeDocument/2006/relationships/extended-properties" Target="/docProps/app.xml" Id="Rc5b0e43649f747b0" /><Relationship Type="http://schemas.openxmlformats.org/officeDocument/2006/relationships/officeDocument" Target="/ppt/presentation.xml" Id="R557854b188674d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6f1981f464755"/>
  </p:sldMasterIdLst>
  <p:notesMasterIdLst>
    <p:notesMasterId xmlns:r="http://schemas.openxmlformats.org/officeDocument/2006/relationships" r:id="Rf309cef36d0e493a"/>
  </p:notesMasterIdLst>
  <p:sldIdLst>
    <p:sldId xmlns:r="http://schemas.openxmlformats.org/officeDocument/2006/relationships" id="256" r:id="Rdbe4d06018314c2b"/>
    <p:sldId xmlns:r="http://schemas.openxmlformats.org/officeDocument/2006/relationships" id="257" r:id="R62aeccb1110c48b2"/>
    <p:sldId xmlns:r="http://schemas.openxmlformats.org/officeDocument/2006/relationships" id="258" r:id="R7bcafc0a84194c2c"/>
    <p:sldId xmlns:r="http://schemas.openxmlformats.org/officeDocument/2006/relationships" id="259" r:id="R0b627e8c851a41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e442205c694d20" /><Relationship Type="http://schemas.openxmlformats.org/officeDocument/2006/relationships/slideMaster" Target="/ppt/slideMasters/slideMaster1.xml" Id="Rd0d6f1981f464755" /><Relationship Type="http://schemas.openxmlformats.org/officeDocument/2006/relationships/notesMaster" Target="/ppt/notesMasters/notesMaster1.xml" Id="Rf309cef36d0e493a" /><Relationship Type="http://schemas.openxmlformats.org/officeDocument/2006/relationships/presProps" Target="/ppt/presProps.xml" Id="R0bf581d30e3f4b22" /><Relationship Type="http://schemas.openxmlformats.org/officeDocument/2006/relationships/tableStyles" Target="/ppt/tableStyles.xml" Id="Rdab9a29deaa64e12" /><Relationship Type="http://schemas.openxmlformats.org/officeDocument/2006/relationships/slide" Target="/ppt/slides/slide1.xml" Id="Rdbe4d06018314c2b" /><Relationship Type="http://schemas.openxmlformats.org/officeDocument/2006/relationships/slide" Target="/ppt/slides/slide2.xml" Id="R62aeccb1110c48b2" /><Relationship Type="http://schemas.openxmlformats.org/officeDocument/2006/relationships/slide" Target="/ppt/slides/slide3.xml" Id="R7bcafc0a84194c2c" /><Relationship Type="http://schemas.openxmlformats.org/officeDocument/2006/relationships/slide" Target="/ppt/slides/slide4.xml" Id="R0b627e8c851a41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dd1411ce5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82bbb2bff42fc" /><Relationship Type="http://schemas.openxmlformats.org/officeDocument/2006/relationships/notesMaster" Target="/ppt/notesMasters/notesMaster1.xml" Id="R898e9cc0b5bd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88164fafcb4d93" /><Relationship Type="http://schemas.openxmlformats.org/officeDocument/2006/relationships/notesMaster" Target="/ppt/notesMasters/notesMaster1.xml" Id="Ra44aa9de703c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41c9ea4b054450" /><Relationship Type="http://schemas.openxmlformats.org/officeDocument/2006/relationships/notesMaster" Target="/ppt/notesMasters/notesMaster1.xml" Id="R9a7507dd30fb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b9fa3df6c74277" /><Relationship Type="http://schemas.openxmlformats.org/officeDocument/2006/relationships/notesMaster" Target="/ppt/notesMasters/notesMaster1.xml" Id="Rfcf4b4cae6f148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Готовий текст: TrailsUA складається з клієнтської частини на React, серверного API на ASP.NET Core і бази PostgreSQL. Frontend надсилає HTTP-запити, сервер перевіряє користувача та бізнес-правила, Entity Framework Core виконує запити до бази. Далі коротко покажу, як ці частини пов’язані.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Готовий текст: Запит спочатку потрапляє до контролера. Контролер приймає DTO і передає роботу сервісу. Сервіс перевіряє роль користувача, власника даних та правила операції. Після цього AppDbContext через Entity Framework Core читає або змінює PostgreSQL. Backend розділений на API, Infrastructure і Domain. Це шаруватий моноліт, тому його простіше розробляти та запускати як один застосунок.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Готовий текст: Основні таблиці пов’язують користувачів, оголошення та бронювання. Вартість і кількість ночей рахує сервер, тому frontend не може підмінити суму. Для активних бронювань у PostgreSQL є обмеження, яке забороняє перетин дат навіть при двох одночасних запитах. Чат прив’язаний до бронювання, а сервіс кожного разу перевіряє, що користувач є гостем або власником житла.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Готовий текст: Паролі зберігаються як BCrypt-хеші. Для сесії використовуються access JWT і refresh-токен. Кнопки у frontend не є захистом, тому API окремо перевіряє роль і власника кожного ресурсу. Основні правила перевіряються автоматичними тестами. Фінанси та підтримка зараз демонстраційні, а авторизація й акаунти працюють через backend. Тепер переходимо до показу сайту.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aa40cfd38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cdc5e48e241dc" /><Relationship Type="http://schemas.openxmlformats.org/officeDocument/2006/relationships/slideLayout" Target="/ppt/slideLayouts/slideLayout1.xml" Id="Rc4c7e29c0281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c7e29c0281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58682f2654490" /><Relationship Type="http://schemas.openxmlformats.org/officeDocument/2006/relationships/notesSlide" Target="/ppt/notesSlides/notesSlide1.xml" Id="R2d086f5347e9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8da874ffa4596" /><Relationship Type="http://schemas.openxmlformats.org/officeDocument/2006/relationships/notesSlide" Target="/ppt/notesSlides/notesSlide2.xml" Id="R645518ac2cbf42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d3ddc4a0240c0" /><Relationship Type="http://schemas.openxmlformats.org/officeDocument/2006/relationships/notesSlide" Target="/ppt/notesSlides/notesSlide3.xml" Id="R93e6e82f0c7849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725a028543c6" /><Relationship Type="http://schemas.openxmlformats.org/officeDocument/2006/relationships/notesSlide" Target="/ppt/notesSlides/notesSlide4.xml" Id="R63352de336e6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BFA8A-E744-43BF-81D3-E50B6B19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TrailsUA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BB1B2-E3C6-45F0-8676-CC25CBB9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Технічна частина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8F816-EA81-472A-ACC9-8D417905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Backend, база даних і безпека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BE276-DEC6-434D-AD7D-B0F31D01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Коротке пояснення перед демонстрацією сайту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87A7A-3979-4686-A66A-5C2CC7F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React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3B878-833B-45FD-B804-A43197A9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ASP.NET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679C1-524B-4D42-98B5-5704D71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Сервіси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3E9F-6247-4721-98C4-B5EF6F8F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EF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0F516-D102-4AE7-AC0F-924A3635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809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D98B5F"/>
          </a:solidFill>
          <a:ln xmlns:a="http://schemas.openxmlformats.org/drawingml/2006/main" w="14288">
            <a:solidFill>
              <a:srgbClr val="D9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19350" y="4152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4152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00850" y="4152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991600" y="41529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3A082-2AAA-4196-84C2-F155AFC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F6258"/>
                </a:solidFill>
                <a:latin typeface="Arial"/>
                <a:ea typeface="Arial"/>
                <a:cs typeface="Arial"/>
              </a:rPr>
              <a:t>HTTP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E95EB-668B-4FE9-863D-884FD8F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F6258"/>
                </a:solidFill>
                <a:latin typeface="Arial"/>
                <a:ea typeface="Arial"/>
                <a:cs typeface="Arial"/>
              </a:rPr>
              <a:t>бізнес-правила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5572D-8390-480F-BF90-5D426DF0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F6258"/>
                </a:solidFill>
                <a:latin typeface="Arial"/>
                <a:ea typeface="Arial"/>
                <a:cs typeface="Arial"/>
              </a:rPr>
              <a:t>запити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AF5B9-D309-487E-B967-F77095B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F6258"/>
                </a:solidFill>
                <a:latin typeface="Arial"/>
                <a:ea typeface="Arial"/>
                <a:cs typeface="Arial"/>
              </a:rPr>
              <a:t>постійне зберігання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E0D96-BDB3-455E-B8F3-20D52F09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Орієнтовний час: 3 хвилини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82857-FE75-45CF-9D3B-6B66045A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00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1575542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C7F89-6535-4969-9B02-0F4949D7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Як сервер обробляє запит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555EF-1F8C-4EF1-A9BF-114BDEE3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8B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21650-8664-472E-9EED-1E18D2A0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00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E189E-30CB-4963-B9C9-2A18FCB2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5EF81-D6D1-4691-B6DB-AA7067D3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2238375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14FB7-67B9-4718-B3AA-4BDAE69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Приймає HTTP-запит і DTO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9E024-BBBC-45E1-B094-DF1FB41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428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FF20A-1949-41BA-95F1-A4624D33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2238375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C005A-3A16-4D52-B2B1-B76280A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Перевіряє правила та права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477A2-2739-4E26-906C-3544C10C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28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CE4D6-752C-4A53-AE3A-8C0ABA30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238375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DbContext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896AE-9058-484C-AA4D-8ABB754E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Формує запит через EF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FDE61-4D44-4A99-8F05-AFCC93AD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28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7EAA4-055A-416B-8B88-25AF45A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238375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A300A-0E5A-4E15-902C-2C032851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Зберігає дані й гарантує зв’язки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67025" y="23431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24525" y="23431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582025" y="23431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0996A-0D5B-49F7-8220-CB0C708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Структура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2773B-9A94-4794-BBE0-C22EB2A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2857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D98B5F"/>
          </a:solidFill>
          <a:ln xmlns:a="http://schemas.openxmlformats.org/drawingml/2006/main" w="14288">
            <a:solidFill>
              <a:srgbClr val="D9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TrailsUA.API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7625C-F22E-4472-B6D8-B903705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34290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2DDCE"/>
          </a:solidFill>
          <a:ln xmlns:a="http://schemas.openxmlformats.org/drawingml/2006/main" w="14288">
            <a:solidFill>
              <a:srgbClr val="F2DD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TrailsUA.Infrastructure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7C1F1-3E86-4F7D-826E-93F0C000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2857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TrailsUA.Domain</a:t>
            </a:r>
          </a:p>
        </p:txBody>
      </p:sp>
      <p:cxnSp>
        <p:nvCxnSpPr>
          <p:cNvPr id="5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486150" y="50101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24750" y="50101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98CDE-7235-4110-9229-E8A3F763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контролери та middleware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77473-3662-4405-BB18-A423111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05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сервіси, EF Core, міграції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AD3A2-B1D5-4979-A309-F8D55CC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05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сутності та DTO</a:t>
            </a:r>
          </a:p>
        </p:txBody>
      </p:sp>
    </p:spTree>
    <p:extLst>
      <p:ext uri="{BB962C8B-B14F-4D97-AF65-F5344CB8AC3E}">
        <p14:creationId xmlns:p14="http://schemas.microsoft.com/office/powerpoint/2010/main" val="1068235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6C244-4F00-479E-B1FC-0B1E307B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Модель даних і захист бронювання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5F92F-BAD0-47AB-A516-020EDE8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8B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CB6D8-3B8A-4FFC-9C07-0137030D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00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6FC6E-3CE1-4E62-9F0B-05EEA1A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2860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акаунти та ролі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E82E9-375B-45C1-A2C5-52F5301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2860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Routes</a:t>
            </a:r>
          </a:p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оголошення житла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E917A-432D-44A4-8A5B-F3149677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26670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D98B5F"/>
          </a:solidFill>
          <a:ln xmlns:a="http://schemas.openxmlformats.org/drawingml/2006/main" w="14288">
            <a:solidFill>
              <a:srgbClr val="D9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Bookings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дати, сума, статус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C211B-F3BB-44A1-B402-CE4F4E71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381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ChatMessages</a:t>
            </a:r>
          </a:p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приватний діалог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1A35-2654-42C6-AE8A-DAECBCF9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23812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8C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Reviews / Favorites</a:t>
            </a:r>
          </a:p>
          <a:p xmlns:a="http://schemas.openxmlformats.org/drawingml/2006/main">
            <a:pPr algn="ctr">
              <a:defRPr sz="13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зв’язки користувача з житлом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2309813"/>
            <a:ext cx="1428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952750" y="3309938"/>
            <a:ext cx="1428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048500" y="2309813"/>
            <a:ext cx="1428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309938"/>
            <a:ext cx="1428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98B5F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6A2FF-95E4-457F-BDD5-86B7E3A6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6477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2DDCE"/>
          </a:solidFill>
          <a:ln xmlns:a="http://schemas.openxmlformats.org/drawingml/2006/main" w="14288">
            <a:solidFill>
              <a:srgbClr val="D98B5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Сервер рахує вартість • PostgreSQL блокує перетин активних бронювань</a:t>
            </a:r>
          </a:p>
        </p:txBody>
      </p:sp>
    </p:spTree>
    <p:extLst>
      <p:ext uri="{BB962C8B-B14F-4D97-AF65-F5344CB8AC3E}">
        <p14:creationId xmlns:p14="http://schemas.microsoft.com/office/powerpoint/2010/main" val="573409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FCADB-A7D5-4C7B-981B-37235C57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Безпека та готовність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71202-470A-45BD-9A33-F2935C2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8B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51D4C-15DD-432E-8DE8-DF9C080A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00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25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258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F20FD-AE7E-4512-A4D7-985F95FA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857500" cy="3143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8B5F"/>
          </a:solidFill>
          <a:ln xmlns:a="http://schemas.openxmlformats.org/drawingml/2006/main" w="9525">
            <a:solidFill>
              <a:srgbClr val="D98B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90500" tIns="190500" rIns="190500" bIns="190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JWT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авторизація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31FC7-2FE4-4C8B-AF94-A6D8892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Паролі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16239-3A07-4C12-AFB7-D73927F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BCrypt-хеш замість відкритого пароля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B4674-3F88-4020-978E-582FDAB1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Сесія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A420-672B-462D-8764-FF917544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Access JWT і refresh-токен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BC976-CC25-4C31-9E57-2C6EC4E3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C5865-E746-4A9A-81E4-8A80BBEC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Ролі та перевірка власника на сервері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879C6-55FA-479C-B3BA-8CD3E5AB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8B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8B5F"/>
                </a:solidFill>
                <a:latin typeface="Arial"/>
                <a:ea typeface="Arial"/>
                <a:cs typeface="Arial"/>
              </a:rPr>
              <a:t>Перевірки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BC7A2-199F-427D-8CBA-13F40FDC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25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51D"/>
                </a:solidFill>
                <a:latin typeface="Arial"/>
                <a:ea typeface="Arial"/>
                <a:cs typeface="Arial"/>
              </a:rPr>
              <a:t>25 backend і 15 frontend тестів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9E48A-58BA-4F72-9D28-E4B85BD4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F765F"/>
          </a:solidFill>
          <a:ln xmlns:a="http://schemas.openxmlformats.org/drawingml/2006/main" w="9525">
            <a:solidFill>
              <a:srgbClr val="4F765F"/>
            </a:solidFill>
            <a:prstDash val="solid"/>
          </a:ln>
        </p:spPr>
        <p:txBody>
          <a:bodyPr xmlns:a="http://schemas.openxmlformats.org/drawingml/2006/main" lIns="133350" tIns="57150" rIns="1333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Далі — демонстрація сайту: каталог, бронювання, кабінет і повідомлення</a:t>
            </a:r>
          </a:p>
        </p:txBody>
      </p:sp>
    </p:spTree>
    <p:extLst>
      <p:ext uri="{BB962C8B-B14F-4D97-AF65-F5344CB8AC3E}">
        <p14:creationId xmlns:p14="http://schemas.microsoft.com/office/powerpoint/2010/main" val="1145348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2026-09-27T14:16:01.1910000Z</dcterms:created>
  <dcterms:modified xsi:type="dcterms:W3CDTF">2026-09-27T14:16:01.1910000Z</dcterms:modified>
</coreProperties>
</file>