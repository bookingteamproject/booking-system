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04ca594cbf43cb" /><Relationship Type="http://schemas.openxmlformats.org/officeDocument/2006/relationships/extended-properties" Target="/docProps/app.xml" Id="R821ad110f2ad4d44" /><Relationship Type="http://schemas.openxmlformats.org/officeDocument/2006/relationships/officeDocument" Target="/ppt/presentation.xml" Id="Rb4d80ea029b549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b7df08140468e"/>
  </p:sldMasterIdLst>
  <p:notesMasterIdLst>
    <p:notesMasterId xmlns:r="http://schemas.openxmlformats.org/officeDocument/2006/relationships" r:id="Rc7213a1564044c7d"/>
  </p:notesMasterIdLst>
  <p:sldIdLst>
    <p:sldId xmlns:r="http://schemas.openxmlformats.org/officeDocument/2006/relationships" id="256" r:id="R3c94278371f847ee"/>
    <p:sldId xmlns:r="http://schemas.openxmlformats.org/officeDocument/2006/relationships" id="257" r:id="R76cb08d51ab747fb"/>
    <p:sldId xmlns:r="http://schemas.openxmlformats.org/officeDocument/2006/relationships" id="258" r:id="Rbb19c8395a24426b"/>
    <p:sldId xmlns:r="http://schemas.openxmlformats.org/officeDocument/2006/relationships" id="259" r:id="R60c488f16cd044dc"/>
    <p:sldId xmlns:r="http://schemas.openxmlformats.org/officeDocument/2006/relationships" id="260" r:id="Rbbc7cc3dc61948f7"/>
    <p:sldId xmlns:r="http://schemas.openxmlformats.org/officeDocument/2006/relationships" id="261" r:id="Rcf9fa462336f4e0c"/>
    <p:sldId xmlns:r="http://schemas.openxmlformats.org/officeDocument/2006/relationships" id="262" r:id="Re6cc8c40cbd1420f"/>
    <p:sldId xmlns:r="http://schemas.openxmlformats.org/officeDocument/2006/relationships" id="263" r:id="R29c2b03aadb447e8"/>
    <p:sldId xmlns:r="http://schemas.openxmlformats.org/officeDocument/2006/relationships" id="264" r:id="R7370b3244cbe445b"/>
    <p:sldId xmlns:r="http://schemas.openxmlformats.org/officeDocument/2006/relationships" id="265" r:id="R34f489efc74542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a5b693c44d4f52" /><Relationship Type="http://schemas.openxmlformats.org/officeDocument/2006/relationships/slideMaster" Target="/ppt/slideMasters/slideMaster1.xml" Id="R74fb7df08140468e" /><Relationship Type="http://schemas.openxmlformats.org/officeDocument/2006/relationships/notesMaster" Target="/ppt/notesMasters/notesMaster1.xml" Id="Rc7213a1564044c7d" /><Relationship Type="http://schemas.openxmlformats.org/officeDocument/2006/relationships/presProps" Target="/ppt/presProps.xml" Id="R062aae714dfc4c1b" /><Relationship Type="http://schemas.openxmlformats.org/officeDocument/2006/relationships/tableStyles" Target="/ppt/tableStyles.xml" Id="R762c9ce76fbd4dd9" /><Relationship Type="http://schemas.openxmlformats.org/officeDocument/2006/relationships/slide" Target="/ppt/slides/slide1.xml" Id="R3c94278371f847ee" /><Relationship Type="http://schemas.openxmlformats.org/officeDocument/2006/relationships/slide" Target="/ppt/slides/slide2.xml" Id="R76cb08d51ab747fb" /><Relationship Type="http://schemas.openxmlformats.org/officeDocument/2006/relationships/slide" Target="/ppt/slides/slide3.xml" Id="Rbb19c8395a24426b" /><Relationship Type="http://schemas.openxmlformats.org/officeDocument/2006/relationships/slide" Target="/ppt/slides/slide4.xml" Id="R60c488f16cd044dc" /><Relationship Type="http://schemas.openxmlformats.org/officeDocument/2006/relationships/slide" Target="/ppt/slides/slide5.xml" Id="Rbbc7cc3dc61948f7" /><Relationship Type="http://schemas.openxmlformats.org/officeDocument/2006/relationships/slide" Target="/ppt/slides/slide6.xml" Id="Rcf9fa462336f4e0c" /><Relationship Type="http://schemas.openxmlformats.org/officeDocument/2006/relationships/slide" Target="/ppt/slides/slide7.xml" Id="Re6cc8c40cbd1420f" /><Relationship Type="http://schemas.openxmlformats.org/officeDocument/2006/relationships/slide" Target="/ppt/slides/slide8.xml" Id="R29c2b03aadb447e8" /><Relationship Type="http://schemas.openxmlformats.org/officeDocument/2006/relationships/slide" Target="/ppt/slides/slide9.xml" Id="R7370b3244cbe445b" /><Relationship Type="http://schemas.openxmlformats.org/officeDocument/2006/relationships/slide" Target="/ppt/slides/slide10.xml" Id="R34f489efc745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2b595fe83b4a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bb3d99e7df4a1d" /><Relationship Type="http://schemas.openxmlformats.org/officeDocument/2006/relationships/notesMaster" Target="/ppt/notesMasters/notesMaster1.xml" Id="Rc63c8563ed3e46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61d0e95fff47b6" /><Relationship Type="http://schemas.openxmlformats.org/officeDocument/2006/relationships/notesMaster" Target="/ppt/notesMasters/notesMaster1.xml" Id="R0b3edbf6355043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cb0bd3e64f41c6" /><Relationship Type="http://schemas.openxmlformats.org/officeDocument/2006/relationships/notesMaster" Target="/ppt/notesMasters/notesMaster1.xml" Id="Ra1234717fbae44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40d22c974a41d6" /><Relationship Type="http://schemas.openxmlformats.org/officeDocument/2006/relationships/notesMaster" Target="/ppt/notesMasters/notesMaster1.xml" Id="Rc141441c9c2f42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7c8124e0074324" /><Relationship Type="http://schemas.openxmlformats.org/officeDocument/2006/relationships/notesMaster" Target="/ppt/notesMasters/notesMaster1.xml" Id="R5c34591459284c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815f4b97684739" /><Relationship Type="http://schemas.openxmlformats.org/officeDocument/2006/relationships/notesMaster" Target="/ppt/notesMasters/notesMaster1.xml" Id="R628d5f7c6ac047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0faa57f1e74dda" /><Relationship Type="http://schemas.openxmlformats.org/officeDocument/2006/relationships/notesMaster" Target="/ppt/notesMasters/notesMaster1.xml" Id="R4263d455166048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fee41aca6f468d" /><Relationship Type="http://schemas.openxmlformats.org/officeDocument/2006/relationships/notesMaster" Target="/ppt/notesMasters/notesMaster1.xml" Id="R4d1a09f3fa2f40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7976ce0da54c67" /><Relationship Type="http://schemas.openxmlformats.org/officeDocument/2006/relationships/notesMaster" Target="/ppt/notesMasters/notesMaster1.xml" Id="Rb7478cd450fd48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337b40f1a224e0e" /><Relationship Type="http://schemas.openxmlformats.org/officeDocument/2006/relationships/notesMaster" Target="/ppt/notesMasters/notesMaster1.xml" Id="R7b19677ccaaf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1 • 30 секунд. Представте обох програмістів за іменами. Дизайн створювала команда дизайнерів, інфраструктурою займається DevOps. Цей виступ присвячений програмній частині. Не приписуйте один одному конкретне авторство без узгодження. Джерело: README.md; docs/DEFENSE_GUIDE.md.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1 • 45 секунд. Мета — дати гостю та власнику спільний процес бронювання. Стан зберігається на сервері. Адміністратор керує акаунтами. Гроші онлайн не переказуються. Джерело: BookingsController.cs; BookingService.cs.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1 • 45 секунд. React дає компоненти, TypeScript — перевірку типів, Vite — збірку. Backend обробляє HTTP та бізнес-правила, EF Core працює з PostgreSQL. Docker і GitHub Actions належать до спільної інфраструктури команди. Джерела: frontend/package.json; backend csproj; validation.yml.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1 • 60 секунд. Поясніть інтерфейси репозиторіїв, а не лише назву Context. Авторизація завжди серверна. Дані demo ізольовані за акаунтом. Реальний новий модуль потребує реалізації API, а не тільки зміни одного прапорця. SettingsContext так само централізує вибір мови й валюти; переклад ще не повний. Джерело: docs/DATA_SOURCES.md.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1 • 45 секунд. Покажіть мобільний чат. Круглі аватари мають фіксовану геометрію, фото обрізається через object-fit. Телефон — додатковий логін із паролем, не SMS-вхід і не підтвердження власника номера. Передайте слово другому програмісту. Джерела: Avatar.tsx; PhoneInput.tsx; Footer.tsx.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2 • 60 секунд. Перевірки перед INSERT недостатньо для конкурентних запитів. PostgreSQL exclusion constraint з btree_gist забороняє перетин активних інтервалів. Виїзд одного гостя може збігатися із заїздом іншого. Джерела: BookingService.cs; AddBookings migration; PostgresBookingTests.cs.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2 • 50 секунд. Це огляд зв’язків, не повна ER-діаграма. ChatMessages.DialogId — рядковий UUID бронювання; учасників перевіряє сервіс, окремого FK на бронювання немає. Детальну схему відкрийте у документації. Джерела: AppDbContext.cs; Domain/Entities; docs/DEFENSE_GUIDE.md.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2 • 60 секунд. Bootstrap створює головного адміністратора один раз, пароль хешується BCrypt і не скидається під час рестарту. Призначати інших Admin може лише головний. Видалення логічне, історія зберігається. Admin не отримує право читати чужу переписку. Джерела: docs/ADMIN.md; AdminController.cs; Program.cs.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Спікер 2 • 45 секунд. Точні результати поточного прогону дивіться у docs/VERIFICATION.md і PREDEFENSE.md. Не називайте число тестів відсотком покриття. Реальні iOS/Android, навантаження та production-деплой — окремі перевірки. Джерела: backend/TrailsUA.Tests; frontend tests; 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Обидва спікери • 60–90 секунд плюс демонстрація. Використайте два браузерні профілі, підготовлене житло та вільні майбутні дати. Не змінюйте робочі акаунти. Якщо інтернет недоступний, покажіть локальний запуск. Відповідайте на питання за docs/DEFENSE_GUIDE.md. Непідключені функції чесно позначайте. Джерела: docs/BOOKINGS.md; docs/ADMIN.md.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055afe0b894b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b3f1f56444d2d" /><Relationship Type="http://schemas.openxmlformats.org/officeDocument/2006/relationships/slideLayout" Target="/ppt/slideLayouts/slideLayout1.xml" Id="R99e6adc8546d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6adc8546d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fd4d98e6844a3" /><Relationship Type="http://schemas.openxmlformats.org/officeDocument/2006/relationships/notesSlide" Target="/ppt/notesSlides/notesSlide1.xml" Id="Re319adcbae8a4f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1441afe404bb2" /><Relationship Type="http://schemas.openxmlformats.org/officeDocument/2006/relationships/notesSlide" Target="/ppt/notesSlides/notesSlide2.xml" Id="R26f8f9bba8c5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f0d51c7fd453c" /><Relationship Type="http://schemas.openxmlformats.org/officeDocument/2006/relationships/notesSlide" Target="/ppt/notesSlides/notesSlide3.xml" Id="R60043ff854a74c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b93c43b9e4e16" /><Relationship Type="http://schemas.openxmlformats.org/officeDocument/2006/relationships/notesSlide" Target="/ppt/notesSlides/notesSlide4.xml" Id="Ra1d13f94587043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eb00005a84dfe" /><Relationship Type="http://schemas.openxmlformats.org/officeDocument/2006/relationships/notesSlide" Target="/ppt/notesSlides/notesSlide5.xml" Id="R1fb40ba75c8647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79fcb269342e9" /><Relationship Type="http://schemas.openxmlformats.org/officeDocument/2006/relationships/notesSlide" Target="/ppt/notesSlides/notesSlide6.xml" Id="R5b011babe3ef48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511e930b84915" /><Relationship Type="http://schemas.openxmlformats.org/officeDocument/2006/relationships/notesSlide" Target="/ppt/notesSlides/notesSlide7.xml" Id="Raacdbefcf8d64c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b495b1949485e" /><Relationship Type="http://schemas.openxmlformats.org/officeDocument/2006/relationships/notesSlide" Target="/ppt/notesSlides/notesSlide8.xml" Id="R200d9e6c626248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3b2bdcda8b43f5" /><Relationship Type="http://schemas.openxmlformats.org/officeDocument/2006/relationships/notesSlide" Target="/ppt/notesSlides/notesSlide9.xml" Id="R990a103c1f7d43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f3b65faae412f" /><Relationship Type="http://schemas.openxmlformats.org/officeDocument/2006/relationships/notesSlide" Target="/ppt/notesSlides/notesSlide10.xml" Id="R6ac0ba641204455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27D0A-0D08-46F9-BB17-5565D1A6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TrailsUA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3DF8D-56CA-41A7-9408-ABC5DD87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028B1-71C7-48CC-B074-1391992B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Вебсистема пошуку житла</a:t>
            </a:r>
          </a:p>
          <a:p xmlns:a="http://schemas.openxmlformats.org/drawingml/2006/main">
            <a:pPr>
              <a:defRPr sz="3450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та керування бронюваннями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B58CF-B5FA-4F96-9304-3C1D93F1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Програмна частина командного дипломного проєкту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D2FD0-C4D9-457D-84AA-7ABA2115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1 / 10</a:t>
            </a:r>
          </a:p>
        </p:txBody>
      </p:sp>
    </p:spTree>
    <p:extLst>
      <p:ext uri="{BB962C8B-B14F-4D97-AF65-F5344CB8AC3E}">
        <p14:creationId xmlns:p14="http://schemas.microsoft.com/office/powerpoint/2010/main" val="1262962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C1EB7-01DC-4DB7-8388-43EC04B1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Від пошуку до підтвердженої заявки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4E181-B88A-4D88-8200-B34204E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73114-21AF-48BC-A260-92819B22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Гість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Каталог → дати → бронювання → повідомлення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632AF-5378-4CAE-9A91-920658E5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Власник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Оголошення → заявки → підтвердження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EF480F-5D3F-4C11-9B3B-E3BEB80A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2 / 10</a:t>
            </a:r>
          </a:p>
        </p:txBody>
      </p:sp>
    </p:spTree>
    <p:extLst>
      <p:ext uri="{BB962C8B-B14F-4D97-AF65-F5344CB8AC3E}">
        <p14:creationId xmlns:p14="http://schemas.microsoft.com/office/powerpoint/2010/main" val="9712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E7426-8B96-4CF6-9930-E89AB3538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Стек програмної частини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271E7-750A-44E8-94FF-B10FDBC7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2B5875-81EF-4B9D-9876-FEE6545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React 19 · TypeScript 6 · Vite 8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React Router · Axios ·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53E59-B9F2-4EB8-A051-621299B1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Backend і БД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C# · ASP.NET Core / .NET 10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EF Core 9 · PostgreSQL 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49A6C-B456-421E-BECD-34A020B69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3 / 10</a:t>
            </a:r>
          </a:p>
        </p:txBody>
      </p:sp>
    </p:spTree>
    <p:extLst>
      <p:ext uri="{BB962C8B-B14F-4D97-AF65-F5344CB8AC3E}">
        <p14:creationId xmlns:p14="http://schemas.microsoft.com/office/powerpoint/2010/main" val="1183506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9DCA5-1F48-4B76-8A66-F638B7F6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Один контракт для demo та live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4B3F3-ADA7-4964-B8C6-3C1990B1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24BC6-8208-4CF4-A02C-29E6987F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React → Context → DataSources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Demo → браузер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Live → HTTP 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6CF21-9A9E-4D96-AED8-18C835C2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Одна точка підключення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config/dataSources.ts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Помилка API не підміняється демоданими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DAB3D-2F63-46E4-ABD6-E484FB6F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4 / 10</a:t>
            </a:r>
          </a:p>
        </p:txBody>
      </p:sp>
    </p:spTree>
    <p:extLst>
      <p:ext uri="{BB962C8B-B14F-4D97-AF65-F5344CB8AC3E}">
        <p14:creationId xmlns:p14="http://schemas.microsoft.com/office/powerpoint/2010/main" val="19703570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ADB6D-08B7-4738-BD02-27B2060E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Інтерфейс на телефоні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12BA1-A106-46F0-AD9D-B4B8E22C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A9883-67C9-494D-976A-6E9F384C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Адаптивні форми та навігація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Спільний компонент Avatar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Країна та міжнародний телефонний код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2A802D-E3C2-4CD1-AE05-5726F883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Збереження стану після запиту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Явні помилки замість фальшивого успіху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Актуальні переходи з футера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1C758-AFCC-4A79-B388-01B3F7E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5 / 10</a:t>
            </a:r>
          </a:p>
        </p:txBody>
      </p:sp>
    </p:spTree>
    <p:extLst>
      <p:ext uri="{BB962C8B-B14F-4D97-AF65-F5344CB8AC3E}">
        <p14:creationId xmlns:p14="http://schemas.microsoft.com/office/powerpoint/2010/main" val="906122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4E847-EE2D-4BD5-9199-88F9847E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Сервер забезпечує правила бронювання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0E46-01E5-4B66-8AF5-AFE31205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EEC0C-98FD-4434-9D09-1357236F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Контролер → сервіс → EF Core → PostgreSQL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Ціна рахується на сервері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Перевіряються дати, місткість і власник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18293-AFCA-4FCE-B6A4-57055ADCC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Два запити на ті самі дати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Одна активна бронь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Другий запит отримує конфлікт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59990-A72D-41A2-B73F-11694204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6 / 10</a:t>
            </a:r>
          </a:p>
        </p:txBody>
      </p:sp>
    </p:spTree>
    <p:extLst>
      <p:ext uri="{BB962C8B-B14F-4D97-AF65-F5344CB8AC3E}">
        <p14:creationId xmlns:p14="http://schemas.microsoft.com/office/powerpoint/2010/main" val="1771165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B9CE7-5D08-46E4-B230-1B116D1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Зв’язки в базі даних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32AB8-9FA0-408B-A022-7500486A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4C049-806B-4D0C-8608-C7773B9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Користувач → оголошення → бронювання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Категорія → оголошення → фотографії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Користувач → відгуки та обране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2AA85-21C2-49B0-924A-D222EDB1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Повідомлення належать діалогу броні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Ціна зберігається у бронюванні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Зміни схеми описані міграціями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E8142-7F79-4807-94E3-CF209696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7 / 10</a:t>
            </a:r>
          </a:p>
        </p:txBody>
      </p:sp>
    </p:spTree>
    <p:extLst>
      <p:ext uri="{BB962C8B-B14F-4D97-AF65-F5344CB8AC3E}">
        <p14:creationId xmlns:p14="http://schemas.microsoft.com/office/powerpoint/2010/main" val="1900968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37810-2252-4FAF-91F5-3DB43110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Адмінпанель керує доступом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E9CFE-6F96-4B76-82B0-C4CA6C6E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2D587-9892-43CE-B36B-0EDEA750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Пошук, фільтри та статистика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Зміна ролей і блокування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Видалення з можливістю відновлення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76905-9910-4976-A71C-AD6CFCA7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Один захищений головний Admin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Пароль задається через оточення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Попередні токени відкликаються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2769F-D7D1-44A9-AF60-1F168F7D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8 / 10</a:t>
            </a:r>
          </a:p>
        </p:txBody>
      </p:sp>
    </p:spTree>
    <p:extLst>
      <p:ext uri="{BB962C8B-B14F-4D97-AF65-F5344CB8AC3E}">
        <p14:creationId xmlns:p14="http://schemas.microsoft.com/office/powerpoint/2010/main" val="1090880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BC00BB-BEA8-4EED-AFD4-E261464E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Як ми перевіряємо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C8CD81-63A2-45CA-A4D4-372E44C6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01918-FC7F-404A-A490-794695E1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Автотести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Бізнес-правила та HTTP API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Конкурентні бронювання PostgreSQL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Контракти demo/live та телефонний формат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62E42-D769-4995-BFC9-84380B61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Перевірки збірки й інтерфейсу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TypeScript · ESLint · live/demo build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Чат і ключові мобільні екрани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Окремі синтетичні акаунти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69B21-6AAA-4151-BECC-3969D71C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9 / 10</a:t>
            </a:r>
          </a:p>
        </p:txBody>
      </p:sp>
    </p:spTree>
    <p:extLst>
      <p:ext uri="{BB962C8B-B14F-4D97-AF65-F5344CB8AC3E}">
        <p14:creationId xmlns:p14="http://schemas.microsoft.com/office/powerpoint/2010/main" val="20997948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EF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34B5F-FA43-4A3B-ADA6-11EFCABB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38291F"/>
                </a:solidFill>
                <a:latin typeface="Arial"/>
                <a:ea typeface="Arial"/>
                <a:cs typeface="Arial"/>
              </a:rPr>
              <a:t>Показ на передзахисті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B7B2C-A9CD-4994-BA7A-AB17EDF8C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6A3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ED1F12-9E5D-4889-B631-34BDE6B9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381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1. Гість створює бронювання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2. Власник підтверджує заявку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3. Учасники обмінюються повідомленнями</a:t>
            </a:r>
          </a:p>
          <a:p xmlns:a="http://schemas.openxmlformats.org/drawingml/2006/main">
            <a:pPr>
              <a:defRPr sz="2175" b="0">
                <a:solidFill>
                  <a:srgbClr val="38291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8291F"/>
                </a:solidFill>
                <a:latin typeface="Arial"/>
                <a:ea typeface="Arial"/>
                <a:cs typeface="Arial"/>
              </a:rPr>
              <a:t>4. Admin знаходить тестовий акаунт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06B4E-DF63-4C18-9134-7A33B531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500062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Межі проєкту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Фінанси та підтримка — демонстрація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Без SMS, Дії та realtime-чату</a:t>
            </a:r>
          </a:p>
          <a:p xmlns:a="http://schemas.openxmlformats.org/drawingml/2006/main">
            <a:pPr>
              <a:defRPr sz="2175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Без заяви про готовність до великого навантаження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FC471-76C7-425F-968D-A58797F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15E5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15E50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</p:spTree>
    <p:extLst>
      <p:ext uri="{BB962C8B-B14F-4D97-AF65-F5344CB8AC3E}">
        <p14:creationId xmlns:p14="http://schemas.microsoft.com/office/powerpoint/2010/main" val="1255282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2026-09-25T13:11:13.1580000Z</dcterms:created>
  <dcterms:modified xsi:type="dcterms:W3CDTF">2026-09-25T13:11:13.1580000Z</dcterms:modified>
</coreProperties>
</file>